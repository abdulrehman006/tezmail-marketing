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6" r:id="rId9"/>
    <p:sldId id="268" r:id="rId10"/>
    <p:sldId id="270" r:id="rId11"/>
    <p:sldId id="271" r:id="rId12"/>
    <p:sldId id="272" r:id="rId13"/>
    <p:sldId id="273" r:id="rId14"/>
    <p:sldId id="274" r:id="rId15"/>
    <p:sldId id="269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5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6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2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5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52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915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8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03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6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0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737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227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25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29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125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751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45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8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TezMail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Smart Email Marketing</a:t>
            </a:r>
            <a:endParaRPr lang="en-US" dirty="0"/>
          </a:p>
          <a:p>
            <a:r>
              <a:rPr lang="en-US" dirty="0"/>
              <a:t>$75/month managed service:</a:t>
            </a:r>
          </a:p>
          <a:p>
            <a:pPr lvl="1"/>
            <a:r>
              <a:rPr lang="en-US" dirty="0"/>
              <a:t>Cloud VPS (monthly)</a:t>
            </a:r>
          </a:p>
          <a:p>
            <a:pPr lvl="1"/>
            <a:r>
              <a:rPr lang="en-US" dirty="0"/>
              <a:t>Amazon SES email sending charges</a:t>
            </a:r>
          </a:p>
          <a:p>
            <a:pPr lvl="1"/>
            <a:r>
              <a:rPr lang="en-US" dirty="0"/>
              <a:t>Platform hosting &amp; monitoring</a:t>
            </a:r>
          </a:p>
          <a:p>
            <a:pPr lvl="1"/>
            <a:r>
              <a:rPr lang="en-US" dirty="0"/>
              <a:t>Basic support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64C33-4810-C999-D21D-34A798C17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1" y="27813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Rising monthly costs</a:t>
            </a:r>
          </a:p>
          <a:p>
            <a:r>
              <a:rPr dirty="0"/>
              <a:t>• Data on third-party platforms</a:t>
            </a:r>
          </a:p>
          <a:p>
            <a:r>
              <a:rPr dirty="0"/>
              <a:t>• Emails going to spam</a:t>
            </a:r>
          </a:p>
          <a:p>
            <a:r>
              <a:rPr dirty="0"/>
              <a:t>• Complex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D36CA-6C86-4BC0-D12D-564FE39D0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262" y="1825914"/>
            <a:ext cx="5744970" cy="4884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36049-F554-4358-E952-2C7F0FA2D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32" y="4995698"/>
            <a:ext cx="1720904" cy="1308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Unlimited emails &amp; contacts</a:t>
            </a:r>
          </a:p>
          <a:p>
            <a:r>
              <a:rPr dirty="0"/>
              <a:t>• Full data control</a:t>
            </a:r>
          </a:p>
          <a:p>
            <a:r>
              <a:rPr dirty="0"/>
              <a:t>• Simple to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0E154-E4B4-D224-7C85-50A64B2DC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823" y="2490135"/>
            <a:ext cx="3594340" cy="3360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Upload contacts</a:t>
            </a:r>
          </a:p>
          <a:p>
            <a:r>
              <a:t>2. Create email</a:t>
            </a:r>
          </a:p>
          <a:p>
            <a:r>
              <a:t>3. Send or schedule</a:t>
            </a:r>
          </a:p>
          <a:p>
            <a:r>
              <a:t>4. Track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2B812-22D8-EDD0-6F15-4D2594D20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676" y="2381865"/>
            <a:ext cx="3431703" cy="2984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139E75-786F-D769-F0FD-F3E4347F3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911" y="4016899"/>
            <a:ext cx="2797529" cy="20265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Other tools: Monthly fees</a:t>
            </a:r>
            <a:r>
              <a:rPr lang="en-US" dirty="0"/>
              <a:t> are mostly higher</a:t>
            </a:r>
            <a:endParaRPr dirty="0"/>
          </a:p>
          <a:p>
            <a:r>
              <a:rPr dirty="0" err="1"/>
              <a:t>TezMail</a:t>
            </a:r>
            <a:r>
              <a:rPr dirty="0"/>
              <a:t>: On</a:t>
            </a:r>
            <a:r>
              <a:rPr lang="en-US" dirty="0"/>
              <a:t>ly 75$/ month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621B46-57B1-5BFD-097B-7E7A20F2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2847255"/>
            <a:ext cx="3629742" cy="3629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Easy Email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Visual editor</a:t>
            </a:r>
          </a:p>
          <a:p>
            <a:r>
              <a:rPr dirty="0"/>
              <a:t>• Mobile friendly</a:t>
            </a:r>
          </a:p>
          <a:p>
            <a:r>
              <a:rPr dirty="0"/>
              <a:t>• Reusable templates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9B5A7-3CF0-5F42-F286-67F7C0E1F4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31"/>
          <a:stretch>
            <a:fillRect/>
          </a:stretch>
        </p:blipFill>
        <p:spPr>
          <a:xfrm>
            <a:off x="4572000" y="2644875"/>
            <a:ext cx="3517996" cy="271861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Write content</a:t>
            </a:r>
          </a:p>
          <a:p>
            <a:r>
              <a:t>• Suggest subject lines</a:t>
            </a:r>
          </a:p>
          <a:p>
            <a:r>
              <a:t>• Improve tone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A215B-35BC-7C75-4F8A-9FD563883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87" y="2996381"/>
            <a:ext cx="4572000" cy="2671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AD471-5100-B119-D259-E8BF9729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450" y="2784401"/>
            <a:ext cx="4843681" cy="37087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Opens</a:t>
            </a:r>
          </a:p>
          <a:p>
            <a:r>
              <a:t>• Clicks</a:t>
            </a:r>
          </a:p>
          <a:p>
            <a:r>
              <a:t>• Campaign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Self-hosted</a:t>
            </a:r>
          </a:p>
          <a:p>
            <a:r>
              <a:t>• Full ownership</a:t>
            </a:r>
          </a:p>
          <a:p>
            <a:r>
              <a:t>• GDPR friendly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6713F-74DB-759D-4042-5E8CD0501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812" y="2676355"/>
            <a:ext cx="5909187" cy="33260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Sending with Amazon 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TezMail connects with Amazon SES</a:t>
            </a:r>
          </a:p>
          <a:p>
            <a:r>
              <a:t>A trusted email service by Amazon</a:t>
            </a:r>
          </a:p>
          <a:p>
            <a:r>
              <a:t>Used by global companies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875EB1-ABBC-8FB2-15D4-E18E9181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27604"/>
            <a:ext cx="3524659" cy="35246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Amazon 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Amazon SES is a professional email delivery service</a:t>
            </a:r>
          </a:p>
          <a:p>
            <a:r>
              <a:rPr dirty="0"/>
              <a:t>Designed for high reliability</a:t>
            </a:r>
          </a:p>
          <a:p>
            <a:r>
              <a:rPr dirty="0"/>
              <a:t>Trusted by Gmail &amp; Outlook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C3ECD-580A-40B1-4E4F-A365DCAA5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818" y="3873910"/>
            <a:ext cx="4651911" cy="24048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1F7371-324C-BC48-5718-983E87FBD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102" y="3156155"/>
            <a:ext cx="3507537" cy="233835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Use Amazon 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Excellent inbox delivery</a:t>
            </a:r>
          </a:p>
          <a:p>
            <a:r>
              <a:rPr dirty="0"/>
              <a:t>• Very low email sending cost</a:t>
            </a:r>
          </a:p>
          <a:p>
            <a:r>
              <a:rPr dirty="0"/>
              <a:t>• High trust &amp; reliability</a:t>
            </a:r>
          </a:p>
          <a:p>
            <a:r>
              <a:rPr dirty="0"/>
              <a:t>• Handles large volumes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Your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Emails reach inbox, not spam</a:t>
            </a:r>
          </a:p>
          <a:p>
            <a:r>
              <a:t>• Faster delivery</a:t>
            </a:r>
          </a:p>
          <a:p>
            <a:r>
              <a:t>• Secure &amp; stable</a:t>
            </a:r>
          </a:p>
          <a:p>
            <a:r>
              <a:t>• Ideal for marketing emails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A930F-298F-B90D-CD3D-50C89E337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825" y="2604374"/>
            <a:ext cx="4829393" cy="41061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TezMail + Amazon 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TezMail manages campaigns &amp; reports</a:t>
            </a:r>
          </a:p>
          <a:p>
            <a:r>
              <a:t>Amazon SES ensures safe delivery</a:t>
            </a:r>
          </a:p>
          <a:p>
            <a:r>
              <a:t>Simple, powerful combination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302C0-D21A-BCB1-7FDC-FBAE5F76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308" y="3907708"/>
            <a:ext cx="2857500" cy="285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C054F-04C1-8C11-9E07-317CD0FB4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94" y="2733797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Easy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 install</a:t>
            </a:r>
          </a:p>
          <a:p>
            <a:r>
              <a:t>• We train</a:t>
            </a:r>
          </a:p>
          <a:p>
            <a:r>
              <a:t>• You send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AB55A-008A-427E-A64D-C07C7DB63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318" y="2537152"/>
            <a:ext cx="5489497" cy="420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2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Smart, affordable &amp; powerful</a:t>
            </a:r>
            <a:r>
              <a:rPr lang="en-US" dirty="0"/>
              <a:t> </a:t>
            </a:r>
          </a:p>
          <a:p>
            <a:r>
              <a:rPr lang="en-US" dirty="0"/>
              <a:t>Fully Managed Email Marketing Service</a:t>
            </a:r>
            <a:br>
              <a:rPr lang="en-US" dirty="0"/>
            </a:br>
            <a:r>
              <a:rPr lang="en-US" dirty="0"/>
              <a:t>Includes server, Amazon email delivery, setup, and support.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1144</TotalTime>
  <Words>284</Words>
  <Application>Microsoft Office PowerPoint</Application>
  <PresentationFormat>On-screen Show (4:3)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Garamond</vt:lpstr>
      <vt:lpstr>Organic</vt:lpstr>
      <vt:lpstr>TezMail</vt:lpstr>
      <vt:lpstr>The Problem</vt:lpstr>
      <vt:lpstr>The Solution</vt:lpstr>
      <vt:lpstr>How It Works</vt:lpstr>
      <vt:lpstr>Cost Comparison</vt:lpstr>
      <vt:lpstr>Easy Email Design</vt:lpstr>
      <vt:lpstr>AI-Powered Writing</vt:lpstr>
      <vt:lpstr>Reports &amp; Analytics</vt:lpstr>
      <vt:lpstr>Data Privacy</vt:lpstr>
      <vt:lpstr>Email Sending with Amazon SES</vt:lpstr>
      <vt:lpstr>What is Amazon SES?</vt:lpstr>
      <vt:lpstr>Why We Use Amazon SES</vt:lpstr>
      <vt:lpstr>Benefits for Your Business</vt:lpstr>
      <vt:lpstr>TezMail + Amazon SES</vt:lpstr>
      <vt:lpstr>Easy Setup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 Rehman</dc:creator>
  <cp:keywords/>
  <dc:description>generated using python-pptx</dc:description>
  <cp:lastModifiedBy>Abdul Rehman</cp:lastModifiedBy>
  <cp:revision>24</cp:revision>
  <dcterms:created xsi:type="dcterms:W3CDTF">2013-01-27T09:14:16Z</dcterms:created>
  <dcterms:modified xsi:type="dcterms:W3CDTF">2026-01-14T07:17:16Z</dcterms:modified>
  <cp:category/>
</cp:coreProperties>
</file>